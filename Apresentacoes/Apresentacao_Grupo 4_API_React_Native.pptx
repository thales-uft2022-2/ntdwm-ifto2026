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E7E2FF"/>
                </a:solidFill>
                <a:latin typeface="Aptos"/>
              </a:defRPr>
            </a:pPr>
            <a:r>
              <a:t>DESENVOLVIMENTO MOBILE • GRUPOS 3 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Integração de API e</a:t>
            </a:r>
          </a:p>
          <a:p>
            <a:pPr>
              <a:spcAft>
                <a:spcPts val="7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Armazenamento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E7E2FF"/>
                </a:solidFill>
                <a:latin typeface="Aptos"/>
              </a:defRPr>
            </a:pPr>
            <a:r>
              <a:t>React Native • fetch • AsyncStorage •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Aluno(s): [preencher]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Disciplina / instituição: [preencher]</a:t>
            </a:r>
          </a:p>
        </p:txBody>
      </p:sp>
      <p:sp>
        <p:nvSpPr>
          <p:cNvPr id="7" name="Oval 6"/>
          <p:cNvSpPr/>
          <p:nvPr/>
        </p:nvSpPr>
        <p:spPr>
          <a:xfrm>
            <a:off x="8869680" y="1645920"/>
            <a:ext cx="2011680" cy="2011680"/>
          </a:xfrm>
          <a:prstGeom prst="ellipse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2402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01 •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Objetivo e requisitos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Consumir uma API REST e validar a resposta recebida.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Usar fetch ou Axios com carregamento e tratamento de erros.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Persistir uma cópia dos dados com AsyncStorage ou SQLite.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Organizar serviço, armazenamento, tela e hook customizado.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Comparar o fluxo de integração React Native × Flutter.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02 • 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Arquitetura modular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Tela UsersScreen: interface, loading, erro e atualização.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Hook useUsers: centraliza estados e coordena a busca/cache.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usersService: executa fetch, valida HTTP e converte 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usersStorage: salva e lê dados com AsyncStorage.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api.js: concentra endpoint e timeout para facilitar configuração.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03 • FLUXO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Fluxo da requisição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1. A tela monta e chama useUsers.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2. O hook ativa loading e chama fetchUsers.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3. O serviço consulta o endpoint e verifica response.ok.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4. Em sucesso: atualiza a lista e salva o cache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5. Em falha: mostra erro e tenta recuperar o último cache disponível.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04 • RESILIÊNCIA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Tratamento de erros e loading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ActivityIndicator informa que a consulta está em andamento.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Erros HTTP são identificados com response.ok e status da resposta.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Falhas de rede e timeout recebem mensagens compreensíveis.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O botão “Tentar novamente” permite repetir a consulta.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O gesto de atualizar a lista usa o estado refreshing.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05 • PERSISTÊNCIA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Armazenamento com AsyncStorage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AsyncStorage guarda dados em formato chave-valor e persiste após fechar o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A lista da API é convertida para JSON e gravada no dispositivo.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Se a API falhar, o app tenta exibir os dados guardados anteriormente.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É adequado para cache e preferências pequenas, não para senhas ou segredos.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SQLite pode ser melhor para grandes volumes e consultas estruturadas.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06 •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Hook customizado useUsers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Encapsula users, loading, refreshing, error e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Expõe reload para atualizar os dados sob demanda.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Mantém a lógica de rede fora dos componentes visuais.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Facilita reutilização, manutenção e testes.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useEffect inicia a carga quando o hook é montado.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07 • 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React Native × Flutter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React Native: JavaScript/TypeScript, componentes React, fetch/Axios e bibliotecas npm.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Flutter: Dart, widgets, pacote http/Dio, Future/async e soluções próprias de estado.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React Native facilita aproveitar experiência prévia com React e ecossistema 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Flutter oferece widgets integrados e renderização visual consistente.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Ambos consomem a mesma API REST; escolha depende da equipe, UI e manutenção.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08 • 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Prós e contras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React Native — prós: JavaScript/React, reutilização de lógica e ecossistema amplo.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React Native — contras: compatibilidade de dependências e configuração nativa podem exigir atenção.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Flutter — prós: toolkit integrado, widgets consistentes e ferramentas coesas.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Flutter — contras: aprender Dart e integrar código/bibliotecas existentes pode ter custo.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22033"/>
                </a:solidFill>
                <a:latin typeface="Aptos"/>
              </a:defRPr>
            </a:pPr>
            <a:r>
              <a:t>• Não há vencedor universal: avalie requisitos, equipe e ciclo de manutenção.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09 •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Demonstração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Executar npm install e npx expo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Mostrar a lista carregada a partir da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Puxar para baixo para atualizar e observar o loading.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Após carregar, desligar a rede e tentar atualizar para demonstrar o cache.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Voltar à rede e usar “Tentar novamente”.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10 •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Conclusão e observação importante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1097280" cy="457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A solução combina API REST, feedback de carregamento, erros e cache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A lógica está separada em serviço, storage, hook, componente e tela.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O projeto usa JSONPlaceholder como endpoint público demonstrativo.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Para cumprir estritamente o enunciado, configurar a URL real da API do Capítulo 1 e testar o formato de resposta.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
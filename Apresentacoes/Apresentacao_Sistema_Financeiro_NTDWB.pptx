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63840" y="0"/>
            <a:ext cx="4343400" cy="6858000"/>
          </a:xfrm>
          <a:prstGeom prst="rect">
            <a:avLst/>
          </a:prstGeom>
          <a:solidFill>
            <a:srgbClr val="12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49640" y="960120"/>
            <a:ext cx="2606040" cy="2606040"/>
          </a:xfrm>
          <a:prstGeom prst="roundRect">
            <a:avLst/>
          </a:prstGeom>
          <a:solidFill>
            <a:srgbClr val="E0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32520" y="1481328"/>
            <a:ext cx="2240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800"/>
              </a:spcAft>
              <a:defRPr sz="5800" b="1">
                <a:solidFill>
                  <a:srgbClr val="126A57"/>
                </a:solidFill>
                <a:latin typeface="Aptos"/>
              </a:defRPr>
            </a:pPr>
            <a:r>
              <a:t>R$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4023360"/>
            <a:ext cx="31546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30768" y="4224528"/>
            <a:ext cx="29260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02F32"/>
                </a:solidFill>
                <a:latin typeface="Aptos"/>
              </a:defRPr>
            </a:pPr>
            <a:r>
              <a:t>RECEITAS  •  DESPESAS  •  SALDO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662940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SISTEMA FINANCEIRO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PESSOAL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60350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3E8E1"/>
                </a:solidFill>
                <a:latin typeface="Aptos"/>
              </a:defRPr>
            </a:pPr>
            <a:r>
              <a:t>Uma aplicação web integrada com API REST, banco de dados e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846320"/>
            <a:ext cx="914400" cy="54864"/>
          </a:xfrm>
          <a:prstGeom prst="rect">
            <a:avLst/>
          </a:prstGeom>
          <a:solidFill>
            <a:srgbClr val="6DE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5943600" cy="943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Disciplina: NTDWB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Aluno: </a:t>
            </a:r>
            <a:r>
              <a:rPr lang="pt-BR" dirty="0"/>
              <a:t>Thales Marques Rodrigues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 err="1"/>
              <a:t>Instituição</a:t>
            </a:r>
            <a:r>
              <a:rPr dirty="0"/>
              <a:t>: </a:t>
            </a:r>
            <a:r>
              <a:rPr lang="pt-BR" dirty="0"/>
              <a:t>Instituto Federal do Tocantins 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22960" y="6419088"/>
            <a:ext cx="47548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3E8E1"/>
                </a:solidFill>
                <a:latin typeface="Aptos"/>
              </a:defRPr>
            </a:pPr>
            <a:r>
              <a:t>Apresentação • 5 a 7 minutos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02F32"/>
                </a:solidFill>
                <a:latin typeface="Aptos Display"/>
              </a:defRPr>
            </a:pPr>
            <a:r>
              <a:t>Problema e objetivo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777240" cy="50292"/>
          </a:xfrm>
          <a:prstGeom prst="rect">
            <a:avLst/>
          </a:prstGeom>
          <a:solidFill>
            <a:srgbClr val="12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126A57"/>
                </a:solidFill>
                <a:latin typeface="Aptos"/>
              </a:defRPr>
            </a:pPr>
            <a:r>
              <a:t>01 •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4297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26A57"/>
                </a:solidFill>
                <a:latin typeface="Aptos"/>
              </a:defRPr>
            </a:pPr>
            <a:r>
              <a:t>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48056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E3135"/>
                </a:solidFill>
                <a:latin typeface="Aptos"/>
              </a:defRPr>
            </a:pPr>
            <a:r>
              <a:t>Controlar receitas e despesas manualmente pode dificultar a visualização do saldo e o acompanhamento dos gastos.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417320"/>
            <a:ext cx="4297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26A57"/>
                </a:solidFill>
                <a:latin typeface="Aptos"/>
              </a:defRPr>
            </a:pPr>
            <a: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74519"/>
            <a:ext cx="493776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E3135"/>
                </a:solidFill>
                <a:latin typeface="Aptos"/>
              </a:defRPr>
            </a:pPr>
            <a:r>
              <a:t>Desenvolver uma aplicação web que permita registrar movimentações financeiras e consultar um resumo atualizado.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160520"/>
            <a:ext cx="2788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370832"/>
            <a:ext cx="2423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26A57"/>
                </a:solidFill>
                <a:latin typeface="Aptos"/>
              </a:defRPr>
            </a:pPr>
            <a:r>
              <a:t>Registrar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54880"/>
            <a:ext cx="2423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65787B"/>
                </a:solidFill>
                <a:latin typeface="Aptos"/>
              </a:defRPr>
            </a:pPr>
            <a:r>
              <a:t>Receitas e despesas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4160520"/>
            <a:ext cx="2788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4370832"/>
            <a:ext cx="2423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26A57"/>
                </a:solidFill>
                <a:latin typeface="Aptos"/>
              </a:defRPr>
            </a:pPr>
            <a:r>
              <a:t>Consultar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754880"/>
            <a:ext cx="2423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65787B"/>
                </a:solidFill>
                <a:latin typeface="Aptos"/>
              </a:defRPr>
            </a:pPr>
            <a:r>
              <a:t>Histórico de lançamentos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160520"/>
            <a:ext cx="2788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79" y="4370832"/>
            <a:ext cx="2423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26A57"/>
                </a:solidFill>
                <a:latin typeface="Aptos"/>
              </a:defRPr>
            </a:pPr>
            <a:r>
              <a:t>Visualizar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754880"/>
            <a:ext cx="2423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65787B"/>
                </a:solidFill>
                <a:latin typeface="Aptos"/>
              </a:defRPr>
            </a:pPr>
            <a:r>
              <a:t>Saldo e totais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9672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5787B"/>
                </a:solidFill>
                <a:latin typeface="Aptos"/>
              </a:defRPr>
            </a:pPr>
            <a:r>
              <a:t>NTDWB • Sistema Financeiro Pessoal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5787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02F32"/>
                </a:solidFill>
                <a:latin typeface="Aptos Display"/>
              </a:defRPr>
            </a:pPr>
            <a:r>
              <a:t>Funcionalidades da aplicação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777240" cy="50292"/>
          </a:xfrm>
          <a:prstGeom prst="rect">
            <a:avLst/>
          </a:prstGeom>
          <a:solidFill>
            <a:srgbClr val="12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126A57"/>
                </a:solidFill>
                <a:latin typeface="Aptos"/>
              </a:defRPr>
            </a:pPr>
            <a:r>
              <a:t>02 • PRODUTO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73352"/>
            <a:ext cx="640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6A5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45920"/>
            <a:ext cx="38862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02F32"/>
                </a:solidFill>
                <a:latin typeface="Aptos"/>
              </a:defRPr>
            </a:pPr>
            <a:r>
              <a:t>Cadastro e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84832"/>
            <a:ext cx="38862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5787B"/>
                </a:solidFill>
                <a:latin typeface="Aptos"/>
              </a:defRPr>
            </a:pPr>
            <a:r>
              <a:t>Criação de conta e autenticação com senha protegida.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463040"/>
            <a:ext cx="51663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7" y="1673352"/>
            <a:ext cx="640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6A5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9" y="1645920"/>
            <a:ext cx="38862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02F32"/>
                </a:solidFill>
                <a:latin typeface="Aptos"/>
              </a:defRPr>
            </a:pPr>
            <a:r>
              <a:t>Lançamentos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2084832"/>
            <a:ext cx="38862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5787B"/>
                </a:solidFill>
                <a:latin typeface="Aptos"/>
              </a:defRPr>
            </a:pPr>
            <a:r>
              <a:t>Registrar receitas e despesas com categoria, valor 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51663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730752"/>
            <a:ext cx="640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6A5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703320"/>
            <a:ext cx="38862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02F32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142232"/>
            <a:ext cx="38862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5787B"/>
                </a:solidFill>
                <a:latin typeface="Aptos"/>
              </a:defRPr>
            </a:pPr>
            <a:r>
              <a:t>Somar receitas, despesas e calcular o saldo.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520440"/>
            <a:ext cx="51663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7" y="3730752"/>
            <a:ext cx="640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6A5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3703320"/>
            <a:ext cx="38862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02F32"/>
                </a:solidFill>
                <a:latin typeface="Aptos"/>
              </a:defRPr>
            </a:pPr>
            <a:r>
              <a:t>Persistência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4142232"/>
            <a:ext cx="38862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5787B"/>
                </a:solidFill>
                <a:latin typeface="Aptos"/>
              </a:defRPr>
            </a:pPr>
            <a:r>
              <a:t>Guardar usuários e transações no MySQL.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9672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5787B"/>
                </a:solidFill>
                <a:latin typeface="Aptos"/>
              </a:defRPr>
            </a:pPr>
            <a:r>
              <a:t>NTDWB • Sistema Financeiro Pessoal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5787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02F32"/>
                </a:solidFill>
                <a:latin typeface="Aptos Display"/>
              </a:defRPr>
            </a:pPr>
            <a:r>
              <a:t>Tecnologias utilizadas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777240" cy="50292"/>
          </a:xfrm>
          <a:prstGeom prst="rect">
            <a:avLst/>
          </a:prstGeom>
          <a:solidFill>
            <a:srgbClr val="12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126A57"/>
                </a:solidFill>
                <a:latin typeface="Aptos"/>
              </a:defRPr>
            </a:pPr>
            <a:r>
              <a:t>03 •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417320"/>
            <a:ext cx="2880360" cy="612648"/>
          </a:xfrm>
          <a:prstGeom prst="roundRect">
            <a:avLst/>
          </a:prstGeom>
          <a:solidFill>
            <a:srgbClr val="12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572768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React +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572768"/>
            <a:ext cx="6126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E3135"/>
                </a:solidFill>
                <a:latin typeface="Aptos"/>
              </a:defRPr>
            </a:pPr>
            <a:r>
              <a:t>Interface web e componentes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13432"/>
            <a:ext cx="2880360" cy="612648"/>
          </a:xfrm>
          <a:prstGeom prst="roundRect">
            <a:avLst/>
          </a:prstGeom>
          <a:solidFill>
            <a:srgbClr val="102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468880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Node.js +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468880"/>
            <a:ext cx="6126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E3135"/>
                </a:solidFill>
                <a:latin typeface="Aptos"/>
              </a:defRPr>
            </a:pPr>
            <a:r>
              <a:t>API REST e regras da aplicação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09544"/>
            <a:ext cx="2880360" cy="612648"/>
          </a:xfrm>
          <a:prstGeom prst="roundRect">
            <a:avLst/>
          </a:prstGeom>
          <a:solidFill>
            <a:srgbClr val="102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364991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364991"/>
            <a:ext cx="6126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E3135"/>
                </a:solidFill>
                <a:latin typeface="Aptos"/>
              </a:defRPr>
            </a:pPr>
            <a:r>
              <a:t>Persistência de usuários e transações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105656"/>
            <a:ext cx="2880360" cy="612648"/>
          </a:xfrm>
          <a:prstGeom prst="roundRect">
            <a:avLst/>
          </a:prstGeom>
          <a:solidFill>
            <a:srgbClr val="102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4261104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JWT + bcrypt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4261104"/>
            <a:ext cx="6126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E3135"/>
                </a:solidFill>
                <a:latin typeface="Aptos"/>
              </a:defRPr>
            </a:pPr>
            <a:r>
              <a:t>Autenticação e hash de senhas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001768"/>
            <a:ext cx="2880360" cy="612648"/>
          </a:xfrm>
          <a:prstGeom prst="roundRect">
            <a:avLst/>
          </a:prstGeom>
          <a:solidFill>
            <a:srgbClr val="102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5157216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Docker Compose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5157216"/>
            <a:ext cx="6126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E3135"/>
                </a:solidFill>
                <a:latin typeface="Aptos"/>
              </a:defRPr>
            </a:pPr>
            <a:r>
              <a:t>Execução dos serviços em contêineres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989320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6A57"/>
                </a:solidFill>
                <a:latin typeface="Aptos"/>
              </a:defRPr>
            </a:pPr>
            <a:r>
              <a:t>A separação em camadas facilita manutenção, testes e evolução do sistema.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9672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5787B"/>
                </a:solidFill>
                <a:latin typeface="Aptos"/>
              </a:defRPr>
            </a:pPr>
            <a:r>
              <a:t>NTDWB • Sistema Financeiro Pessoal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5787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02F32"/>
                </a:solidFill>
                <a:latin typeface="Aptos Display"/>
              </a:defRPr>
            </a:pPr>
            <a:r>
              <a:t>Arquitetura da solução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777240" cy="50292"/>
          </a:xfrm>
          <a:prstGeom prst="rect">
            <a:avLst/>
          </a:prstGeom>
          <a:solidFill>
            <a:srgbClr val="12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126A57"/>
                </a:solidFill>
                <a:latin typeface="Aptos"/>
              </a:defRPr>
            </a:pPr>
            <a:r>
              <a:t>04 • INTEGRAÇÃO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331720" cy="114300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286000"/>
            <a:ext cx="21122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02F32"/>
                </a:solidFill>
                <a:latin typeface="Aptos"/>
              </a:defRPr>
            </a:pPr>
            <a:r>
              <a:t>FRONT-END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79192"/>
            <a:ext cx="2112263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65787B"/>
                </a:solidFill>
                <a:latin typeface="Aptos"/>
              </a:defRPr>
            </a:pPr>
            <a:r>
              <a:t>React +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2057400"/>
            <a:ext cx="2423160" cy="1143000"/>
          </a:xfrm>
          <a:prstGeom prst="roundRect">
            <a:avLst/>
          </a:prstGeom>
          <a:solidFill>
            <a:srgbClr val="E0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01768" y="2286000"/>
            <a:ext cx="22037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02F32"/>
                </a:solidFill>
                <a:latin typeface="Aptos"/>
              </a:defRPr>
            </a:pPr>
            <a:r>
              <a:t>API 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768" y="2679192"/>
            <a:ext cx="220370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65787B"/>
                </a:solidFill>
                <a:latin typeface="Aptos"/>
              </a:defRPr>
            </a:pPr>
            <a:r>
              <a:t>Node.js + Express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057400"/>
            <a:ext cx="2331720" cy="1143000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53728" y="2286000"/>
            <a:ext cx="21122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02F32"/>
                </a:solidFill>
                <a:latin typeface="Aptos"/>
              </a:defRPr>
            </a:pPr>
            <a:r>
              <a:t>BANCO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2679192"/>
            <a:ext cx="2112263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65787B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1508760"/>
            <a:ext cx="18836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26A57"/>
                </a:solidFill>
                <a:latin typeface="Aptos"/>
              </a:defRPr>
            </a:pPr>
            <a:r>
              <a:t>HTTP / JSON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71800" y="2633472"/>
            <a:ext cx="1920240" cy="0"/>
          </a:xfrm>
          <a:prstGeom prst="line">
            <a:avLst/>
          </a:prstGeom>
          <a:ln w="25400">
            <a:solidFill>
              <a:srgbClr val="12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33488" y="1508760"/>
            <a:ext cx="17922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26A57"/>
                </a:solidFill>
                <a:latin typeface="Aptos"/>
              </a:defRPr>
            </a:pPr>
            <a:r>
              <a:t>SQL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0" y="2633472"/>
            <a:ext cx="1828800" cy="0"/>
          </a:xfrm>
          <a:prstGeom prst="line">
            <a:avLst/>
          </a:prstGeom>
          <a:ln w="25400">
            <a:solidFill>
              <a:srgbClr val="12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011680" y="4251960"/>
            <a:ext cx="8138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94560" y="4526280"/>
            <a:ext cx="7772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02F32"/>
                </a:solidFill>
                <a:latin typeface="Aptos"/>
              </a:defRPr>
            </a:pPr>
            <a:r>
              <a:t>Docker Compose coordena os serviços no ambiente 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65787B"/>
                </a:solidFill>
                <a:latin typeface="Aptos"/>
              </a:defRPr>
            </a:pPr>
            <a:r>
              <a:t>O front-end envia requisições à API; a API valida os dados e consulta ou grava no MySQL.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9672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5787B"/>
                </a:solidFill>
                <a:latin typeface="Aptos"/>
              </a:defRPr>
            </a:pPr>
            <a:r>
              <a:t>NTDWB • Sistema Financeiro Pessoal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5787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02F32"/>
                </a:solidFill>
                <a:latin typeface="Aptos Display"/>
              </a:defRPr>
            </a:pPr>
            <a:r>
              <a:t>API REST: endpoints principais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777240" cy="50292"/>
          </a:xfrm>
          <a:prstGeom prst="rect">
            <a:avLst/>
          </a:prstGeom>
          <a:solidFill>
            <a:srgbClr val="12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126A57"/>
                </a:solidFill>
                <a:latin typeface="Aptos"/>
              </a:defRPr>
            </a:pPr>
            <a:r>
              <a:t>05 • BACK-END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51560" cy="438912"/>
          </a:xfrm>
          <a:prstGeom prst="roundRect">
            <a:avLst/>
          </a:prstGeom>
          <a:solidFill>
            <a:srgbClr val="E0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435607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26A57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417320"/>
            <a:ext cx="3337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2F32"/>
                </a:solidFill>
                <a:latin typeface="Aptos"/>
              </a:defRPr>
            </a:pPr>
            <a:r>
              <a:t>/api/health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41732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5787B"/>
                </a:solidFill>
                <a:latin typeface="Aptos"/>
              </a:defRPr>
            </a:pPr>
            <a:r>
              <a:t>Verifica API e conexão com o banco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39112"/>
            <a:ext cx="1051560" cy="438912"/>
          </a:xfrm>
          <a:prstGeom prst="roundRect">
            <a:avLst/>
          </a:prstGeom>
          <a:solidFill>
            <a:srgbClr val="E0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148840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26A57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130552"/>
            <a:ext cx="3337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2F32"/>
                </a:solidFill>
                <a:latin typeface="Aptos"/>
              </a:defRPr>
            </a:pPr>
            <a:r>
              <a:t>/api/auth/cadastro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13055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5787B"/>
                </a:solidFill>
                <a:latin typeface="Aptos"/>
              </a:defRPr>
            </a:pPr>
            <a:r>
              <a:t>Cria uma conta de usuário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752344"/>
            <a:ext cx="1051560" cy="438912"/>
          </a:xfrm>
          <a:prstGeom prst="roundRect">
            <a:avLst/>
          </a:prstGeom>
          <a:solidFill>
            <a:srgbClr val="E0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2862072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26A57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843784"/>
            <a:ext cx="3337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2F32"/>
                </a:solidFill>
                <a:latin typeface="Aptos"/>
              </a:defRPr>
            </a:pPr>
            <a:r>
              <a:t>/api/auth/login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2843784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5787B"/>
                </a:solidFill>
                <a:latin typeface="Aptos"/>
              </a:defRPr>
            </a:pPr>
            <a:r>
              <a:t>Autentica e retorna token JWT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65576"/>
            <a:ext cx="1051560" cy="438912"/>
          </a:xfrm>
          <a:prstGeom prst="roundRect">
            <a:avLst/>
          </a:prstGeom>
          <a:solidFill>
            <a:srgbClr val="E0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3575304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26A57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557016"/>
            <a:ext cx="3337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2F32"/>
                </a:solidFill>
                <a:latin typeface="Aptos"/>
              </a:defRPr>
            </a:pPr>
            <a:r>
              <a:t>/api/transacoes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3557016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5787B"/>
                </a:solidFill>
                <a:latin typeface="Aptos"/>
              </a:defRPr>
            </a:pPr>
            <a:r>
              <a:t>Lista transações do usuário autenticado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78808"/>
            <a:ext cx="1051560" cy="438912"/>
          </a:xfrm>
          <a:prstGeom prst="roundRect">
            <a:avLst/>
          </a:prstGeom>
          <a:solidFill>
            <a:srgbClr val="E0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4288536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26A57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270248"/>
            <a:ext cx="3337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2F32"/>
                </a:solidFill>
                <a:latin typeface="Aptos"/>
              </a:defRPr>
            </a:pPr>
            <a:r>
              <a:t>/api/transacoes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427024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5787B"/>
                </a:solidFill>
                <a:latin typeface="Aptos"/>
              </a:defRPr>
            </a:pPr>
            <a:r>
              <a:t>Cadastra uma receita ou despesa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92040"/>
            <a:ext cx="1051560" cy="438912"/>
          </a:xfrm>
          <a:prstGeom prst="roundRect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500176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D76A47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83480"/>
            <a:ext cx="3337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2F32"/>
                </a:solidFill>
                <a:latin typeface="Aptos"/>
              </a:defRPr>
            </a:pPr>
            <a:r>
              <a:t>/api/transacoes/:id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498348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5787B"/>
                </a:solidFill>
                <a:latin typeface="Aptos"/>
              </a:defRPr>
            </a:pPr>
            <a:r>
              <a:t>Exclui uma transação do usuário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870448"/>
            <a:ext cx="10424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26A57"/>
                </a:solidFill>
                <a:latin typeface="Aptos"/>
              </a:defRPr>
            </a:pPr>
            <a:r>
              <a:t>As rotas de transações exigem token Bearer e filtram os registros pelo usuário autenticado.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9672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5787B"/>
                </a:solidFill>
                <a:latin typeface="Aptos"/>
              </a:defRPr>
            </a:pPr>
            <a:r>
              <a:t>NTDWB • Sistema Financeiro Pessoal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5787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02F32"/>
                </a:solidFill>
                <a:latin typeface="Aptos Display"/>
              </a:defRPr>
            </a:pPr>
            <a:r>
              <a:t>Docker e implantação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777240" cy="50292"/>
          </a:xfrm>
          <a:prstGeom prst="rect">
            <a:avLst/>
          </a:prstGeom>
          <a:solidFill>
            <a:srgbClr val="12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126A57"/>
                </a:solidFill>
                <a:latin typeface="Aptos"/>
              </a:defRPr>
            </a:pPr>
            <a:r>
              <a:t>06 • INFRAESTRUTURA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26A57"/>
                </a:solidFill>
                <a:latin typeface="Aptos"/>
              </a:defRPr>
            </a:pPr>
            <a:r>
              <a:t>No ambiente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846320" cy="2286000"/>
          </a:xfrm>
          <a:prstGeom prst="rect">
            <a:avLst/>
          </a:prstGeom>
          <a:noFill/>
        </p:spPr>
        <p:txBody>
          <a:bodyPr wrap="square" lIns="73152" tIns="73152" r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3135"/>
                </a:solidFill>
                <a:latin typeface="Aptos"/>
              </a:defRPr>
            </a:pPr>
            <a:r>
              <a:t>•  Docker empacota a aplicação em contêineres.</a:t>
            </a:r>
          </a:p>
          <a:p>
            <a:pPr>
              <a:spcAft>
                <a:spcPts val="1200"/>
              </a:spcAft>
              <a:defRPr sz="1600">
                <a:solidFill>
                  <a:srgbClr val="1E3135"/>
                </a:solidFill>
                <a:latin typeface="Aptos"/>
              </a:defRPr>
            </a:pPr>
            <a:r>
              <a:t>•  Docker Compose inicia front-end, API e banco.</a:t>
            </a:r>
          </a:p>
          <a:p>
            <a:pPr>
              <a:spcAft>
                <a:spcPts val="1200"/>
              </a:spcAft>
              <a:defRPr sz="1600">
                <a:solidFill>
                  <a:srgbClr val="1E3135"/>
                </a:solidFill>
                <a:latin typeface="Aptos"/>
              </a:defRPr>
            </a:pPr>
            <a:r>
              <a:t>•  Volume nomeado mantém os dados do MySQL.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26A57"/>
                </a:solidFill>
                <a:latin typeface="Aptos"/>
              </a:defRPr>
            </a:pPr>
            <a:r>
              <a:t>Para publicar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4754880" cy="2286000"/>
          </a:xfrm>
          <a:prstGeom prst="rect">
            <a:avLst/>
          </a:prstGeom>
          <a:noFill/>
        </p:spPr>
        <p:txBody>
          <a:bodyPr wrap="square" lIns="73152" tIns="73152" r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3135"/>
                </a:solidFill>
                <a:latin typeface="Aptos"/>
              </a:defRPr>
            </a:pPr>
            <a:r>
              <a:t>•  Hospedar front-end e API em serviços compatíveis.</a:t>
            </a:r>
          </a:p>
          <a:p>
            <a:pPr>
              <a:spcAft>
                <a:spcPts val="1200"/>
              </a:spcAft>
              <a:defRPr sz="1600">
                <a:solidFill>
                  <a:srgbClr val="1E3135"/>
                </a:solidFill>
                <a:latin typeface="Aptos"/>
              </a:defRPr>
            </a:pPr>
            <a:r>
              <a:t>•  Usar banco MySQL gerenciado ou servidor protegido.</a:t>
            </a:r>
          </a:p>
          <a:p>
            <a:pPr>
              <a:spcAft>
                <a:spcPts val="1200"/>
              </a:spcAft>
              <a:defRPr sz="1600">
                <a:solidFill>
                  <a:srgbClr val="1E3135"/>
                </a:solidFill>
                <a:latin typeface="Aptos"/>
              </a:defRPr>
            </a:pPr>
            <a:r>
              <a:t>•  Configurar segredos, CORS e HTTPS.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074920"/>
            <a:ext cx="10287000" cy="658368"/>
          </a:xfrm>
          <a:prstGeom prst="roundRect">
            <a:avLst/>
          </a:prstGeom>
          <a:solidFill>
            <a:srgbClr val="FFF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5276088"/>
            <a:ext cx="9921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875B18"/>
                </a:solidFill>
                <a:latin typeface="Aptos"/>
              </a:defRPr>
            </a:pPr>
            <a:r>
              <a:t>Status: a publicação deve ser feita e testada antes de afirmar que está disponível na nuvem.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9672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5787B"/>
                </a:solidFill>
                <a:latin typeface="Aptos"/>
              </a:defRPr>
            </a:pPr>
            <a:r>
              <a:t>NTDWB • Sistema Financeiro Pessoal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5787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02F32"/>
                </a:solidFill>
                <a:latin typeface="Aptos Display"/>
              </a:defRPr>
            </a:pPr>
            <a:r>
              <a:t>Desafios e aprendizados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777240" cy="50292"/>
          </a:xfrm>
          <a:prstGeom prst="rect">
            <a:avLst/>
          </a:prstGeom>
          <a:solidFill>
            <a:srgbClr val="12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126A57"/>
                </a:solidFill>
                <a:latin typeface="Aptos"/>
              </a:defRPr>
            </a:pPr>
            <a:r>
              <a:t>07 • REFLEXÃO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6A57"/>
                </a:solidFill>
                <a:latin typeface="Aptos"/>
              </a:defRPr>
            </a:pPr>
            <a:r>
              <a:t>Desafios técnicos a verificar durante os testes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058400" cy="3108960"/>
          </a:xfrm>
          <a:prstGeom prst="rect">
            <a:avLst/>
          </a:prstGeom>
          <a:noFill/>
        </p:spPr>
        <p:txBody>
          <a:bodyPr wrap="square" lIns="73152" tIns="73152" r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E3135"/>
                </a:solidFill>
                <a:latin typeface="Aptos"/>
              </a:defRPr>
            </a:pPr>
            <a:r>
              <a:t>•  Conectar os contêineres e aguardar o MySQL ficar disponível.</a:t>
            </a:r>
          </a:p>
          <a:p>
            <a:pPr>
              <a:spcAft>
                <a:spcPts val="1200"/>
              </a:spcAft>
              <a:defRPr sz="1700">
                <a:solidFill>
                  <a:srgbClr val="1E3135"/>
                </a:solidFill>
                <a:latin typeface="Aptos"/>
              </a:defRPr>
            </a:pPr>
            <a:r>
              <a:t>•  Configurar corretamente as variáveis de ambiente.</a:t>
            </a:r>
          </a:p>
          <a:p>
            <a:pPr>
              <a:spcAft>
                <a:spcPts val="1200"/>
              </a:spcAft>
              <a:defRPr sz="1700">
                <a:solidFill>
                  <a:srgbClr val="1E3135"/>
                </a:solidFill>
                <a:latin typeface="Aptos"/>
              </a:defRPr>
            </a:pPr>
            <a:r>
              <a:t>•  Tratar erros e validar os dados enviados à API.</a:t>
            </a:r>
          </a:p>
          <a:p>
            <a:pPr>
              <a:spcAft>
                <a:spcPts val="1200"/>
              </a:spcAft>
              <a:defRPr sz="1700">
                <a:solidFill>
                  <a:srgbClr val="1E3135"/>
                </a:solidFill>
                <a:latin typeface="Aptos"/>
              </a:defRPr>
            </a:pPr>
            <a:r>
              <a:t>•  Proteger as rotas e manter os dados separados por usuário.</a:t>
            </a:r>
          </a:p>
          <a:p>
            <a:pPr>
              <a:spcAft>
                <a:spcPts val="1200"/>
              </a:spcAft>
              <a:defRPr sz="1700">
                <a:solidFill>
                  <a:srgbClr val="1E3135"/>
                </a:solidFill>
                <a:latin typeface="Aptos"/>
              </a:defRPr>
            </a:pPr>
            <a:r>
              <a:t>•  Preparar a configuração de rede para a publicação.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23560"/>
            <a:ext cx="10058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5787B"/>
                </a:solidFill>
                <a:latin typeface="Aptos"/>
              </a:defRPr>
            </a:pPr>
            <a:r>
              <a:t>No relatório final, incluir apenas os desafios realmente encontrados e como foram resolvidos.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9672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5787B"/>
                </a:solidFill>
                <a:latin typeface="Aptos"/>
              </a:defRPr>
            </a:pPr>
            <a:r>
              <a:t>NTDWB • Sistema Financeiro Pessoal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5787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02F32"/>
                </a:solidFill>
                <a:latin typeface="Aptos Display"/>
              </a:defRPr>
            </a:pPr>
            <a:r>
              <a:t>Demonstração ao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777240" cy="50292"/>
          </a:xfrm>
          <a:prstGeom prst="rect">
            <a:avLst/>
          </a:prstGeom>
          <a:solidFill>
            <a:srgbClr val="12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126A57"/>
                </a:solidFill>
                <a:latin typeface="Aptos"/>
              </a:defRPr>
            </a:pPr>
            <a:r>
              <a:t>08 • PRÁTICA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25880"/>
            <a:ext cx="502920" cy="502920"/>
          </a:xfrm>
          <a:prstGeom prst="roundRect">
            <a:avLst/>
          </a:prstGeom>
          <a:solidFill>
            <a:srgbClr val="12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44752"/>
            <a:ext cx="3200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353312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F32"/>
                </a:solidFill>
                <a:latin typeface="Aptos"/>
              </a:defRPr>
            </a:pPr>
            <a:r>
              <a:t>Cadastrar usuário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353312"/>
            <a:ext cx="6217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5787B"/>
                </a:solidFill>
                <a:latin typeface="Aptos"/>
              </a:defRPr>
            </a:pPr>
            <a:r>
              <a:t>Criar uma conta de demonstração.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94560"/>
            <a:ext cx="502920" cy="502920"/>
          </a:xfrm>
          <a:prstGeom prst="roundRect">
            <a:avLst/>
          </a:prstGeom>
          <a:solidFill>
            <a:srgbClr val="12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313432"/>
            <a:ext cx="3200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221991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F32"/>
                </a:solidFill>
                <a:latin typeface="Aptos"/>
              </a:defRPr>
            </a:pPr>
            <a:r>
              <a:t>Registrar receita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221991"/>
            <a:ext cx="6217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5787B"/>
                </a:solidFill>
                <a:latin typeface="Aptos"/>
              </a:defRPr>
            </a:pPr>
            <a:r>
              <a:t>Ex.: salário de R$ 2.000,00.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063239"/>
            <a:ext cx="502920" cy="502920"/>
          </a:xfrm>
          <a:prstGeom prst="roundRect">
            <a:avLst/>
          </a:prstGeom>
          <a:solidFill>
            <a:srgbClr val="12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182111"/>
            <a:ext cx="3200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090671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F32"/>
                </a:solidFill>
                <a:latin typeface="Aptos"/>
              </a:defRPr>
            </a:pPr>
            <a:r>
              <a:t>Registrar despesa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090671"/>
            <a:ext cx="6217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5787B"/>
                </a:solidFill>
                <a:latin typeface="Aptos"/>
              </a:defRPr>
            </a:pPr>
            <a:r>
              <a:t>Ex.: alimentação de R$ 150,00.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931920"/>
            <a:ext cx="502920" cy="502920"/>
          </a:xfrm>
          <a:prstGeom prst="roundRect">
            <a:avLst/>
          </a:prstGeom>
          <a:solidFill>
            <a:srgbClr val="12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050791"/>
            <a:ext cx="3200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959352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F32"/>
                </a:solidFill>
                <a:latin typeface="Aptos"/>
              </a:defRPr>
            </a:pPr>
            <a:r>
              <a:t>Conferir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959352"/>
            <a:ext cx="6217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5787B"/>
                </a:solidFill>
                <a:latin typeface="Aptos"/>
              </a:defRPr>
            </a:pPr>
            <a:r>
              <a:t>Saldo esperado: R$ 1.850,00.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800600"/>
            <a:ext cx="502920" cy="502920"/>
          </a:xfrm>
          <a:prstGeom prst="roundRect">
            <a:avLst/>
          </a:prstGeom>
          <a:solidFill>
            <a:srgbClr val="12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919472"/>
            <a:ext cx="3200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828032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F32"/>
                </a:solidFill>
                <a:latin typeface="Aptos"/>
              </a:defRPr>
            </a:pPr>
            <a:r>
              <a:t>Validar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828032"/>
            <a:ext cx="6217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5787B"/>
                </a:solidFill>
                <a:latin typeface="Aptos"/>
              </a:defRPr>
            </a:pPr>
            <a:r>
              <a:t>Abrir /api/health e mostrar os endpoints.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9672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5787B"/>
                </a:solidFill>
                <a:latin typeface="Aptos"/>
              </a:defRPr>
            </a:pPr>
            <a:r>
              <a:t>NTDWB • Sistema Financeiro Pessoal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5787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58368"/>
            <a:ext cx="54864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Conclusão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822960" cy="54864"/>
          </a:xfrm>
          <a:prstGeom prst="rect">
            <a:avLst/>
          </a:prstGeom>
          <a:solidFill>
            <a:srgbClr val="6DE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68096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O projeto integra interface web, API REST, banco de dados e conteinerização em uma solução prática de controle financeiro.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6DE0B5"/>
                </a:solidFill>
                <a:latin typeface="Aptos"/>
              </a:defRPr>
            </a:pPr>
            <a:r>
              <a:t>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6766560" cy="1645920"/>
          </a:xfrm>
          <a:prstGeom prst="rect">
            <a:avLst/>
          </a:prstGeom>
          <a:noFill/>
        </p:spPr>
        <p:txBody>
          <a:bodyPr wrap="square" lIns="73152" t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Executar e validar os testes.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Publicar e registrar a URL real.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Finalizar o relatório e as evidências.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1080" y="1828800"/>
            <a:ext cx="2468880" cy="2468880"/>
          </a:xfrm>
          <a:prstGeom prst="roundRect">
            <a:avLst/>
          </a:prstGeom>
          <a:solidFill>
            <a:srgbClr val="12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23960" y="2788920"/>
            <a:ext cx="21031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OBRIGADO!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3337560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D3E8E1"/>
                </a:solidFill>
                <a:latin typeface="Aptos"/>
              </a:defRPr>
            </a:pPr>
            <a:r>
              <a:t>Perguntas?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46520"/>
            <a:ext cx="68580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3E8E1"/>
                </a:solidFill>
                <a:latin typeface="Aptos"/>
              </a:defRPr>
            </a:pPr>
            <a:r>
              <a:t>NTDWB • Sistema Financeiro Pessoal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673</Words>
  <Application>Microsoft Office PowerPoint</Application>
  <PresentationFormat>Widescreen</PresentationFormat>
  <Paragraphs>143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Thales Marques Rodrigues</cp:lastModifiedBy>
  <cp:revision>2</cp:revision>
  <dcterms:created xsi:type="dcterms:W3CDTF">2013-01-27T09:14:16Z</dcterms:created>
  <dcterms:modified xsi:type="dcterms:W3CDTF">2026-10-23T00:29:14Z</dcterms:modified>
  <cp:category/>
</cp:coreProperties>
</file>